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6" r:id="rId1"/>
  </p:sldMasterIdLst>
  <p:notesMasterIdLst>
    <p:notesMasterId r:id="rId11"/>
  </p:notesMasterIdLst>
  <p:sldIdLst>
    <p:sldId id="256" r:id="rId2"/>
  </p:sldIdLst>
  <p:sldSz cx="9144000" cy="6858000" type="screen4x3"/>
  <p:notesSz cx="6881813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984D291-659F-AD45-8DFC-0E328E71ED50}">
          <p14:sldIdLst>
            <p14:sldId id="256"/>
            <p14:sldId id="477"/>
            <p14:sldId id="432"/>
            <p14:sldId id="479"/>
            <p14:sldId id="484"/>
            <p14:sldId id="486"/>
            <p14:sldId id="487"/>
            <p14:sldId id="482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BE8"/>
    <a:srgbClr val="947E3C"/>
    <a:srgbClr val="AA9044"/>
    <a:srgbClr val="C6A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97" autoAdjust="0"/>
  </p:normalViewPr>
  <p:slideViewPr>
    <p:cSldViewPr snapToGrid="0" snapToObjects="1">
      <p:cViewPr varScale="1">
        <p:scale>
          <a:sx n="114" d="100"/>
          <a:sy n="114" d="100"/>
        </p:scale>
        <p:origin x="1560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EF7682FD-3D1F-43BE-93EA-4EA63B726931}" type="datetimeFigureOut">
              <a:rPr lang="es-CL" smtClean="0"/>
              <a:t>06-03-2025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50963" y="1162050"/>
            <a:ext cx="4179887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601B8BDD-317F-4B5A-B6CB-22BD86EBC98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23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1B8BDD-317F-4B5A-B6CB-22BD86EBC98E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275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s-ES_tradnl" dirty="0"/>
              <a:t>T</a:t>
            </a:r>
            <a:r>
              <a:rPr lang="en-US" dirty="0" err="1"/>
              <a:t>i</a:t>
            </a:r>
            <a:r>
              <a:rPr lang="es-ES_tradnl" dirty="0" err="1"/>
              <a:t>tulo</a:t>
            </a:r>
            <a:r>
              <a:rPr lang="es-ES_tradnl" dirty="0"/>
              <a:t> Principal</a:t>
            </a:r>
            <a:br>
              <a:rPr lang="es-ES_tradnl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206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8853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6394C6-132D-4B68-987A-28532E25BA76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88529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2632" y="6569242"/>
            <a:ext cx="521368" cy="29611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6E7B7FB5-8C82-3444-9C55-63AAA732E5D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4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0" y="6565900"/>
            <a:ext cx="9144000" cy="2921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616387" y="6570058"/>
            <a:ext cx="2200124" cy="66161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rgbClr val="17375E"/>
                </a:solidFill>
                <a:latin typeface="Roboto"/>
                <a:ea typeface="+mn-ea"/>
                <a:cs typeface="Roboto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rgbClr val="17375E"/>
                </a:solidFill>
                <a:latin typeface="Roboto"/>
                <a:ea typeface="+mn-ea"/>
                <a:cs typeface="Roboto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17375E"/>
                </a:solidFill>
                <a:latin typeface="Roboto"/>
                <a:ea typeface="+mn-ea"/>
                <a:cs typeface="Roboto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17375E"/>
                </a:solidFill>
                <a:latin typeface="Roboto"/>
                <a:ea typeface="+mn-ea"/>
                <a:cs typeface="Roboto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rgbClr val="17375E"/>
                </a:solidFill>
                <a:latin typeface="Roboto"/>
                <a:ea typeface="+mn-ea"/>
                <a:cs typeface="Roboto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Roboto Light"/>
                <a:cs typeface="Roboto Light"/>
              </a:rPr>
              <a:t>pucv.cl</a:t>
            </a:r>
            <a:endParaRPr lang="en-US" sz="1100" dirty="0">
              <a:solidFill>
                <a:srgbClr val="FFFFFF"/>
              </a:solidFill>
              <a:latin typeface="Roboto Light"/>
              <a:cs typeface="Roboto Ligh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"/>
            <a:ext cx="9143999" cy="2097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8" descr="Escudo_PUCV-2016_color h.jpg">
            <a:extLst>
              <a:ext uri="{FF2B5EF4-FFF2-40B4-BE49-F238E27FC236}">
                <a16:creationId xmlns:a16="http://schemas.microsoft.com/office/drawing/2014/main" id="{2E243707-7A8E-4980-B253-8EBC06DE6D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3" b="23751"/>
          <a:stretch/>
        </p:blipFill>
        <p:spPr>
          <a:xfrm>
            <a:off x="7235781" y="209716"/>
            <a:ext cx="1908218" cy="8422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E9241E5-2856-48AF-AA4B-DF6F4BB7DB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585" y="309281"/>
            <a:ext cx="1656994" cy="580553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8007C52-1A14-4138-B0A4-243BA617E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632" y="6569242"/>
            <a:ext cx="521368" cy="296110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6E7B7FB5-8C82-3444-9C55-63AAA732E5D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6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Roboto"/>
          <a:ea typeface="+mj-ea"/>
          <a:cs typeface="Robot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17375E"/>
          </a:solidFill>
          <a:latin typeface="Roboto"/>
          <a:ea typeface="+mn-ea"/>
          <a:cs typeface="Robot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17375E"/>
          </a:solidFill>
          <a:latin typeface="Roboto"/>
          <a:ea typeface="+mn-ea"/>
          <a:cs typeface="Robot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17375E"/>
          </a:solidFill>
          <a:latin typeface="Roboto"/>
          <a:ea typeface="+mn-ea"/>
          <a:cs typeface="Robot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17375E"/>
          </a:solidFill>
          <a:latin typeface="Roboto"/>
          <a:ea typeface="+mn-ea"/>
          <a:cs typeface="Robot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17375E"/>
          </a:solidFill>
          <a:latin typeface="Roboto"/>
          <a:ea typeface="+mn-ea"/>
          <a:cs typeface="Robot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46183" y="4190815"/>
            <a:ext cx="799284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spc="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Título de la presentación</a:t>
            </a:r>
          </a:p>
          <a:p>
            <a:endParaRPr lang="es-ES" sz="2400" b="1" spc="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b="1" spc="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Autores · Revista, año</a:t>
            </a:r>
            <a:endParaRPr lang="en-US" sz="2400" b="1" spc="3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45" y="1249781"/>
            <a:ext cx="1805971" cy="63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2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UCV 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pucv 2016</Template>
  <TotalTime>5068</TotalTime>
  <Words>382</Words>
  <Application>Microsoft Office PowerPoint</Application>
  <PresentationFormat>Presentación en pantalla (4:3)</PresentationFormat>
  <Paragraphs>80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Roboto</vt:lpstr>
      <vt:lpstr>Roboto Light</vt:lpstr>
      <vt:lpstr>Roboto Medium</vt:lpstr>
      <vt:lpstr>PUCV 01</vt:lpstr>
      <vt:lpstr>Presentación de PowerPoint</vt:lpstr>
      <vt:lpstr>Tabla: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¿Preguntas?</vt:lpstr>
    </vt:vector>
  </TitlesOfParts>
  <Company>Al Fragor Ediciones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Itaim Ananias Pablo</dc:creator>
  <cp:lastModifiedBy>Iván m.</cp:lastModifiedBy>
  <cp:revision>222</cp:revision>
  <cp:lastPrinted>2021-03-17T21:34:07Z</cp:lastPrinted>
  <dcterms:created xsi:type="dcterms:W3CDTF">2021-03-16T09:56:42Z</dcterms:created>
  <dcterms:modified xsi:type="dcterms:W3CDTF">2025-03-06T11:54:25Z</dcterms:modified>
</cp:coreProperties>
</file>